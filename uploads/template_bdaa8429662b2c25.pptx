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2" r:id="rId1"/>
  </p:sldMasterIdLst>
  <p:notesMasterIdLst>
    <p:notesMasterId r:id="rId3"/>
  </p:notesMasterIdLst>
  <p:sldIdLst>
    <p:sldId id="7958" r:id="rId2"/>
  </p:sldIdLst>
  <p:sldSz cx="18288000" cy="10287000"/>
  <p:notesSz cx="10287000" cy="18288000"/>
  <p:embeddedFontLst>
    <p:embeddedFont>
      <p:font typeface="HY울릉도M" panose="020B0600000101010101" charset="-127"/>
      <p:regular r:id="rId4"/>
    </p:embeddedFont>
    <p:embeddedFont>
      <p:font typeface="HY견고딕" panose="02030600000101010101" pitchFamily="18" charset="-127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2">
          <p15:clr>
            <a:srgbClr val="A4A3A4"/>
          </p15:clr>
        </p15:guide>
        <p15:guide id="2" pos="575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A975"/>
    <a:srgbClr val="F3BD95"/>
    <a:srgbClr val="EC9452"/>
    <a:srgbClr val="E57A59"/>
    <a:srgbClr val="601C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214DD3E-408A-4D45-97B2-FA70A904B6D0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thickThin">
              <a:solidFill>
                <a:schemeClr val="accent6"/>
              </a:solidFill>
            </a:ln>
          </a:top>
          <a:bottom>
            <a:ln w="22700" cmpd="thickThin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6"/>
              </a:solidFill>
            </a:ln>
          </a:top>
          <a:bottom>
            <a:ln w="10000" cmpd="sng">
              <a:solidFill>
                <a:schemeClr val="accent6"/>
              </a:solidFill>
            </a:ln>
          </a:bottom>
        </a:tcBdr>
        <a:fill>
          <a:solidFill>
            <a:schemeClr val="accent6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729D6073-5DEC-478E-BFBB-120F47F47B7E}" styleName="Light Style 1 - Body/Background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dk1"/>
              </a:solidFill>
            </a:ln>
          </a:top>
          <a:bottom>
            <a:ln w="2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dk1"/>
              </a:solidFill>
            </a:ln>
          </a:top>
          <a:bottom>
            <a:ln w="10000" cmpd="sng">
              <a:solidFill>
                <a:schemeClr val="dk1"/>
              </a:solidFill>
            </a:ln>
          </a:bottom>
        </a:tcBdr>
        <a:fill>
          <a:solidFill>
            <a:schemeClr val="dk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dk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42320776-619C-4BAB-845C-80F7B59164DB}" styleName="Generic Style 2- Body/Background Dark Color 1">
    <a:tblBg>
      <a:fillRef idx="3">
        <a:schemeClr val="lt1"/>
      </a:fillRef>
      <a:effectRef idx="3">
        <a:schemeClr val="l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lt1">
                <a:tint val="50000"/>
              </a:schemeClr>
            </a:lnRef>
          </a:left>
          <a:right>
            <a:lnRef idx="1">
              <a:schemeClr val="lt1">
                <a:tint val="50000"/>
              </a:schemeClr>
            </a:lnRef>
          </a:right>
          <a:top>
            <a:lnRef idx="1">
              <a:schemeClr val="lt1">
                <a:tint val="50000"/>
              </a:schemeClr>
            </a:lnRef>
          </a:top>
          <a:bottom>
            <a:lnRef idx="1">
              <a:schemeClr val="lt1">
                <a:tint val="50000"/>
              </a:schemeClr>
            </a:lnRef>
          </a:bottom>
          <a:insideH>
            <a:lnRef idx="0">
              <a:schemeClr val="dk1"/>
            </a:lnRef>
          </a:insideH>
          <a:insideV>
            <a:lnRef idx="0">
              <a:schemeClr val="dk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>
        <a:fontRef idx="minor">
          <a:schemeClr val="dk1"/>
        </a:fontRef>
      </a:tcTxStyle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0">
              <a:schemeClr val="lt1"/>
            </a:lnRef>
          </a:top>
        </a:tcBdr>
        <a:fill>
          <a:solidFill>
            <a:schemeClr val="lt1">
              <a:shade val="60000"/>
            </a:schemeClr>
          </a:solidFill>
        </a:fill>
      </a:tcStyle>
    </a:lastRow>
    <a:seCell>
      <a:tcTxStyle/>
      <a:tcStyle>
        <a:tcBdr>
          <a:left>
            <a:lnRef idx="2">
              <a:schemeClr val="lt1"/>
            </a:lnRef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Ref idx="2">
              <a:schemeClr val="lt1"/>
            </a:lnRef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0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  <a:tblStyle styleId="{F30E45CE-1E6F-404D-914F-DC5B132B5B5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32700" cmpd="sng">
              <a:solidFill>
                <a:schemeClr val="accent1"/>
              </a:solidFill>
              <a:prstDash val="dash"/>
            </a:ln>
          </a:left>
          <a:right>
            <a:ln w="32700" cmpd="sng">
              <a:solidFill>
                <a:schemeClr val="accent1"/>
              </a:solidFill>
              <a:prstDash val="dash"/>
            </a:ln>
          </a:right>
          <a:top>
            <a:ln w="32700" cmpd="sng">
              <a:solidFill>
                <a:schemeClr val="accent1"/>
              </a:solidFill>
              <a:prstDash val="dash"/>
            </a:ln>
          </a:top>
          <a:bottom>
            <a:ln w="32700" cmpd="sng">
              <a:solidFill>
                <a:schemeClr val="accent1"/>
              </a:solidFill>
              <a:prstDash val="dash"/>
            </a:ln>
          </a:bottom>
          <a:insideH>
            <a:ln w="22700" cmpd="sng">
              <a:solidFill>
                <a:schemeClr val="accent1"/>
              </a:solidFill>
              <a:prstDash val="sysDot"/>
            </a:ln>
          </a:insideH>
          <a:insideV>
            <a:ln w="22700" cmpd="sng">
              <a:solidFill>
                <a:schemeClr val="accent1"/>
              </a:solidFill>
              <a:prstDash val="sysDot"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372CEF0-20D0-4271-8E5D-44551141A8E2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32700" cmpd="sng">
              <a:solidFill>
                <a:schemeClr val="accent6"/>
              </a:solidFill>
              <a:prstDash val="dash"/>
            </a:ln>
          </a:left>
          <a:right>
            <a:ln w="32700" cmpd="sng">
              <a:solidFill>
                <a:schemeClr val="accent6"/>
              </a:solidFill>
              <a:prstDash val="dash"/>
            </a:ln>
          </a:right>
          <a:top>
            <a:ln w="32700" cmpd="sng">
              <a:solidFill>
                <a:schemeClr val="accent6"/>
              </a:solidFill>
              <a:prstDash val="dash"/>
            </a:ln>
          </a:top>
          <a:bottom>
            <a:ln w="32700" cmpd="sng">
              <a:solidFill>
                <a:schemeClr val="accent6"/>
              </a:solidFill>
              <a:prstDash val="dash"/>
            </a:ln>
          </a:bottom>
          <a:insideH>
            <a:ln w="22700" cmpd="sng">
              <a:solidFill>
                <a:schemeClr val="accent6"/>
              </a:solidFill>
              <a:prstDash val="sysDot"/>
            </a:ln>
          </a:insideH>
          <a:insideV>
            <a:ln w="22700" cmpd="sng">
              <a:solidFill>
                <a:schemeClr val="accent6"/>
              </a:solidFill>
              <a:prstDash val="sysDot"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22" autoAdjust="0"/>
    <p:restoredTop sz="96901"/>
  </p:normalViewPr>
  <p:slideViewPr>
    <p:cSldViewPr>
      <p:cViewPr varScale="1">
        <p:scale>
          <a:sx n="51" d="100"/>
          <a:sy n="51" d="100"/>
        </p:scale>
        <p:origin x="267" y="258"/>
      </p:cViewPr>
      <p:guideLst>
        <p:guide orient="horz" pos="3232"/>
        <p:guide pos="5757"/>
      </p:guideLst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순 문" userId="192f98d54bf93a00" providerId="LiveId" clId="{6519A4FC-924E-4A36-93D3-D476907A4EDD}"/>
    <pc:docChg chg="undo custSel addSld delSld modSld sldOrd">
      <pc:chgData name="현순 문" userId="192f98d54bf93a00" providerId="LiveId" clId="{6519A4FC-924E-4A36-93D3-D476907A4EDD}" dt="2026-02-10T00:16:12.941" v="1338" actId="2696"/>
      <pc:docMkLst>
        <pc:docMk/>
      </pc:docMkLst>
      <pc:sldChg chg="modSp del mod">
        <pc:chgData name="현순 문" userId="192f98d54bf93a00" providerId="LiveId" clId="{6519A4FC-924E-4A36-93D3-D476907A4EDD}" dt="2026-02-10T00:16:12.941" v="1338" actId="2696"/>
        <pc:sldMkLst>
          <pc:docMk/>
          <pc:sldMk cId="0" sldId="257"/>
        </pc:sldMkLst>
      </pc:sldChg>
      <pc:sldChg chg="addSp delSp modSp del mod">
        <pc:chgData name="현순 문" userId="192f98d54bf93a00" providerId="LiveId" clId="{6519A4FC-924E-4A36-93D3-D476907A4EDD}" dt="2026-02-10T00:16:12.941" v="1338" actId="2696"/>
        <pc:sldMkLst>
          <pc:docMk/>
          <pc:sldMk cId="0" sldId="263"/>
        </pc:sldMkLst>
      </pc:sldChg>
      <pc:sldChg chg="addSp delSp modSp del mod">
        <pc:chgData name="현순 문" userId="192f98d54bf93a00" providerId="LiveId" clId="{6519A4FC-924E-4A36-93D3-D476907A4EDD}" dt="2026-02-10T00:16:12.941" v="1338" actId="2696"/>
        <pc:sldMkLst>
          <pc:docMk/>
          <pc:sldMk cId="0" sldId="270"/>
        </pc:sldMkLst>
      </pc:sldChg>
      <pc:sldChg chg="addSp delSp modSp del mod">
        <pc:chgData name="현순 문" userId="192f98d54bf93a00" providerId="LiveId" clId="{6519A4FC-924E-4A36-93D3-D476907A4EDD}" dt="2026-02-10T00:16:12.941" v="1338" actId="2696"/>
        <pc:sldMkLst>
          <pc:docMk/>
          <pc:sldMk cId="0" sldId="271"/>
        </pc:sldMkLst>
      </pc:sldChg>
      <pc:sldChg chg="addSp delSp modSp del mod">
        <pc:chgData name="현순 문" userId="192f98d54bf93a00" providerId="LiveId" clId="{6519A4FC-924E-4A36-93D3-D476907A4EDD}" dt="2026-02-10T00:16:12.941" v="1338" actId="2696"/>
        <pc:sldMkLst>
          <pc:docMk/>
          <pc:sldMk cId="0" sldId="273"/>
        </pc:sldMkLst>
      </pc:sldChg>
      <pc:sldChg chg="del">
        <pc:chgData name="현순 문" userId="192f98d54bf93a00" providerId="LiveId" clId="{6519A4FC-924E-4A36-93D3-D476907A4EDD}" dt="2026-02-10T00:16:12.941" v="1338" actId="2696"/>
        <pc:sldMkLst>
          <pc:docMk/>
          <pc:sldMk cId="0" sldId="274"/>
        </pc:sldMkLst>
      </pc:sldChg>
      <pc:sldChg chg="addSp delSp modSp del mod">
        <pc:chgData name="현순 문" userId="192f98d54bf93a00" providerId="LiveId" clId="{6519A4FC-924E-4A36-93D3-D476907A4EDD}" dt="2026-02-10T00:16:12.941" v="1338" actId="2696"/>
        <pc:sldMkLst>
          <pc:docMk/>
          <pc:sldMk cId="2401862544" sldId="7906"/>
        </pc:sldMkLst>
      </pc:sldChg>
      <pc:sldChg chg="addSp delSp modSp del mod">
        <pc:chgData name="현순 문" userId="192f98d54bf93a00" providerId="LiveId" clId="{6519A4FC-924E-4A36-93D3-D476907A4EDD}" dt="2026-02-10T00:16:12.941" v="1338" actId="2696"/>
        <pc:sldMkLst>
          <pc:docMk/>
          <pc:sldMk cId="2015374015" sldId="7912"/>
        </pc:sldMkLst>
      </pc:sldChg>
      <pc:sldChg chg="delSp modSp mod">
        <pc:chgData name="현순 문" userId="192f98d54bf93a00" providerId="LiveId" clId="{6519A4FC-924E-4A36-93D3-D476907A4EDD}" dt="2026-02-07T02:44:11.053" v="1109" actId="478"/>
        <pc:sldMkLst>
          <pc:docMk/>
          <pc:sldMk cId="4031012153" sldId="7958"/>
        </pc:sldMkLst>
        <pc:spChg chg="mod">
          <ac:chgData name="현순 문" userId="192f98d54bf93a00" providerId="LiveId" clId="{6519A4FC-924E-4A36-93D3-D476907A4EDD}" dt="2026-02-07T02:44:03.116" v="1107" actId="1076"/>
          <ac:spMkLst>
            <pc:docMk/>
            <pc:sldMk cId="4031012153" sldId="7958"/>
            <ac:spMk id="2" creationId="{B6E64653-0018-6F4D-5B9D-18A3883F3201}"/>
          </ac:spMkLst>
        </pc:spChg>
        <pc:spChg chg="mod">
          <ac:chgData name="현순 문" userId="192f98d54bf93a00" providerId="LiveId" clId="{6519A4FC-924E-4A36-93D3-D476907A4EDD}" dt="2026-02-07T02:43:02.774" v="1026" actId="20577"/>
          <ac:spMkLst>
            <pc:docMk/>
            <pc:sldMk cId="4031012153" sldId="7958"/>
            <ac:spMk id="83" creationId="{22CC6A1A-5091-D10A-F6C9-E25360D75E45}"/>
          </ac:spMkLst>
        </pc:spChg>
        <pc:grpChg chg="mod">
          <ac:chgData name="현순 문" userId="192f98d54bf93a00" providerId="LiveId" clId="{6519A4FC-924E-4A36-93D3-D476907A4EDD}" dt="2026-02-07T02:43:50.681" v="1106" actId="1076"/>
          <ac:grpSpMkLst>
            <pc:docMk/>
            <pc:sldMk cId="4031012153" sldId="7958"/>
            <ac:grpSpMk id="144" creationId="{0C6FB39F-F178-EDFE-BDC0-C452DFCE7140}"/>
          </ac:grpSpMkLst>
        </pc:grpChg>
      </pc:sldChg>
      <pc:sldMasterChg chg="delSldLayout">
        <pc:chgData name="현순 문" userId="192f98d54bf93a00" providerId="LiveId" clId="{6519A4FC-924E-4A36-93D3-D476907A4EDD}" dt="2026-02-07T02:42:25.373" v="979" actId="2696"/>
        <pc:sldMasterMkLst>
          <pc:docMk/>
          <pc:sldMasterMk cId="0" sldId="214748371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/>
            <a:endParaRPr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/>
            <a:fld id="{E963B2D3-9F0B-6A4E-8DDF-38CFB7001C94}" type="datetimeFigureOut">
              <a:rPr lang="x-none" altLang="en-US"/>
              <a:pPr lvl="0"/>
              <a:t>2026-02-10</a:t>
            </a:fld>
            <a:endParaRPr lang="x-none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/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7372012"/>
            <a:ext cx="4457700" cy="9159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/>
            <a:endParaRPr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827713" y="17372012"/>
            <a:ext cx="4457700" cy="9159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/>
            <a:fld id="{7C95FEEE-83D6-6346-AF0B-786AE5D41A24}" type="slidenum">
              <a:rPr lang="x-none" altLang="en-US"/>
              <a:pPr lvl="0"/>
              <a:t>‹#›</a:t>
            </a:fld>
            <a:endParaRPr lang="x-non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8166F1F-CE9B-4651-A6AA-CD717754106B}" type="datetimeFigureOut">
              <a:rPr lang="en-US"/>
              <a:pPr lvl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393E5F-521B-4CAD-9D3A-AE923D912DCE}" type="slidenum">
              <a:rPr lang="en-US"/>
              <a:pPr lvl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76116CE-C4A3-4A05-B2D7-7C2E9A889C0F}" type="datetimeFigureOut">
              <a:rPr lang="en-US"/>
              <a:pPr lvl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393E5F-521B-4CAD-9D3A-AE923D912DCE}" type="slidenum">
              <a:rPr lang="en-US"/>
              <a:pPr lvl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76116CE-C4A3-4A05-B2D7-7C2E9A889C0F}" type="datetimeFigureOut">
              <a:rPr lang="en-US"/>
              <a:pPr lvl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393E5F-521B-4CAD-9D3A-AE923D912DCE}" type="slidenum">
              <a:rPr lang="en-US"/>
              <a:pPr lvl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76116CE-C4A3-4A05-B2D7-7C2E9A889C0F}" type="datetimeFigureOut">
              <a:rPr lang="en-US"/>
              <a:pPr lvl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393E5F-521B-4CAD-9D3A-AE923D912DCE}" type="slidenum">
              <a:rPr lang="en-US"/>
              <a:pPr lvl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76116CE-C4A3-4A05-B2D7-7C2E9A889C0F}" type="datetimeFigureOut">
              <a:rPr lang="en-US"/>
              <a:pPr lvl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393E5F-521B-4CAD-9D3A-AE923D912DCE}" type="slidenum">
              <a:rPr lang="en-US"/>
              <a:pPr lvl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76116CE-C4A3-4A05-B2D7-7C2E9A889C0F}" type="datetimeFigureOut">
              <a:rPr lang="en-US"/>
              <a:pPr lvl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393E5F-521B-4CAD-9D3A-AE923D912DCE}" type="slidenum">
              <a:rPr lang="en-US"/>
              <a:pPr lvl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76116CE-C4A3-4A05-B2D7-7C2E9A889C0F}" type="datetimeFigureOut">
              <a:rPr lang="en-US"/>
              <a:pPr lvl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393E5F-521B-4CAD-9D3A-AE923D912DCE}" type="slidenum">
              <a:rPr lang="en-US"/>
              <a:pPr lvl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76116CE-C4A3-4A05-B2D7-7C2E9A889C0F}" type="datetimeFigureOut">
              <a:rPr lang="en-US"/>
              <a:pPr lvl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393E5F-521B-4CAD-9D3A-AE923D912DCE}" type="slidenum">
              <a:rPr lang="en-US"/>
              <a:pPr lvl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TextEdit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76116CE-C4A3-4A05-B2D7-7C2E9A889C0F}" type="datetimeFigureOut">
              <a:rPr lang="en-US"/>
              <a:pPr lvl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393E5F-521B-4CAD-9D3A-AE923D912DCE}" type="slidenum">
              <a:rPr lang="en-US"/>
              <a:pPr lvl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76116CE-C4A3-4A05-B2D7-7C2E9A889C0F}" type="datetimeFigureOut">
              <a:rPr lang="en-US"/>
              <a:pPr lvl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393E5F-521B-4CAD-9D3A-AE923D912DCE}" type="slidenum">
              <a:rPr lang="en-US"/>
              <a:pPr lvl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76116CE-C4A3-4A05-B2D7-7C2E9A889C0F}" type="datetimeFigureOut">
              <a:rPr lang="en-US"/>
              <a:pPr lvl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393E5F-521B-4CAD-9D3A-AE923D912DCE}" type="slidenum">
              <a:rPr lang="en-US"/>
              <a:pPr lvl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F8166F1F-CE9B-4651-A6AA-CD717754106B}" type="datetimeFigureOut">
              <a:rPr lang="en-US"/>
              <a:pPr lvl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F7021451-1387-4CA6-816F-3879F97B5CBC}" type="slidenum">
              <a:rPr lang="en-US"/>
              <a:pPr lvl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66258-1EFD-FAEF-1A9F-5E901926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그룹 79">
            <a:extLst>
              <a:ext uri="{FF2B5EF4-FFF2-40B4-BE49-F238E27FC236}">
                <a16:creationId xmlns:a16="http://schemas.microsoft.com/office/drawing/2014/main" id="{5A776775-DD15-57E4-7832-3B0641DC8987}"/>
              </a:ext>
            </a:extLst>
          </p:cNvPr>
          <p:cNvGrpSpPr/>
          <p:nvPr/>
        </p:nvGrpSpPr>
        <p:grpSpPr>
          <a:xfrm>
            <a:off x="-1" y="-2"/>
            <a:ext cx="12240853" cy="1057433"/>
            <a:chOff x="-1" y="-2"/>
            <a:chExt cx="4247457" cy="1057433"/>
          </a:xfrm>
          <a:solidFill>
            <a:srgbClr val="F56825"/>
          </a:solidFill>
        </p:grpSpPr>
        <p:sp>
          <p:nvSpPr>
            <p:cNvPr id="82" name="한쪽 모서리가 둥근 사각형 81">
              <a:extLst>
                <a:ext uri="{FF2B5EF4-FFF2-40B4-BE49-F238E27FC236}">
                  <a16:creationId xmlns:a16="http://schemas.microsoft.com/office/drawing/2014/main" id="{0A21B441-AD6C-E005-70F7-CB126FC34BAE}"/>
                </a:ext>
              </a:extLst>
            </p:cNvPr>
            <p:cNvSpPr/>
            <p:nvPr/>
          </p:nvSpPr>
          <p:spPr>
            <a:xfrm flipV="1">
              <a:off x="-1" y="-2"/>
              <a:ext cx="4247457" cy="1057433"/>
            </a:xfrm>
            <a:prstGeom prst="round1Rect">
              <a:avLst>
                <a:gd name="adj" fmla="val 50000"/>
              </a:avLst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spAutoFit/>
            </a:bodyPr>
            <a:lstStyle/>
            <a:p>
              <a:pPr algn="ctr"/>
              <a:endParaRPr lang="x-none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2CC6A1A-5091-D10A-F6C9-E25360D75E45}"/>
                </a:ext>
              </a:extLst>
            </p:cNvPr>
            <p:cNvSpPr txBox="1"/>
            <p:nvPr/>
          </p:nvSpPr>
          <p:spPr>
            <a:xfrm>
              <a:off x="174549" y="120004"/>
              <a:ext cx="3507706" cy="784830"/>
            </a:xfrm>
            <a:prstGeom prst="rect">
              <a:avLst/>
            </a:prstGeom>
            <a:grpFill/>
          </p:spPr>
          <p:txBody>
            <a:bodyPr vert="horz" wrap="square" lIns="91440" tIns="45720" rIns="91440" bIns="45720">
              <a:spAutoFit/>
            </a:bodyPr>
            <a:lstStyle/>
            <a:p>
              <a:r>
                <a:rPr lang="en-US" altLang="ko-KR" sz="4500" b="1" dirty="0">
                  <a:solidFill>
                    <a:schemeClr val="bg1"/>
                  </a:solidFill>
                  <a:latin typeface="HY울릉도M"/>
                  <a:ea typeface="HY울릉도M"/>
                </a:rPr>
                <a:t>3</a:t>
              </a:r>
              <a:r>
                <a:rPr lang="ko-KR" altLang="en-US" sz="4500" b="1" dirty="0">
                  <a:solidFill>
                    <a:schemeClr val="bg1"/>
                  </a:solidFill>
                  <a:latin typeface="HY울릉도M"/>
                  <a:ea typeface="HY울릉도M"/>
                </a:rPr>
                <a:t>-1</a:t>
              </a:r>
              <a:r>
                <a:rPr lang="en-US" altLang="ko-KR" sz="4500" b="1" dirty="0">
                  <a:solidFill>
                    <a:schemeClr val="bg1"/>
                  </a:solidFill>
                  <a:latin typeface="HY울릉도M"/>
                  <a:ea typeface="HY울릉도M"/>
                </a:rPr>
                <a:t> </a:t>
              </a:r>
              <a:r>
                <a:rPr lang="ko-KR" altLang="en-US" sz="4500" b="1" dirty="0">
                  <a:solidFill>
                    <a:schemeClr val="bg1"/>
                  </a:solidFill>
                  <a:latin typeface="HY울릉도M"/>
                  <a:ea typeface="HY울릉도M"/>
                </a:rPr>
                <a:t>나의 변화를 위한 정보 다루기</a:t>
              </a:r>
            </a:p>
          </p:txBody>
        </p:sp>
      </p:grpSp>
      <p:grpSp>
        <p:nvGrpSpPr>
          <p:cNvPr id="144" name="그룹 1001">
            <a:extLst>
              <a:ext uri="{FF2B5EF4-FFF2-40B4-BE49-F238E27FC236}">
                <a16:creationId xmlns:a16="http://schemas.microsoft.com/office/drawing/2014/main" id="{0C6FB39F-F178-EDFE-BDC0-C452DFCE7140}"/>
              </a:ext>
            </a:extLst>
          </p:cNvPr>
          <p:cNvGrpSpPr/>
          <p:nvPr/>
        </p:nvGrpSpPr>
        <p:grpSpPr>
          <a:xfrm>
            <a:off x="12499575" y="-53620"/>
            <a:ext cx="647732" cy="1111051"/>
            <a:chOff x="2828504" y="1320948"/>
            <a:chExt cx="2115922" cy="7935201"/>
          </a:xfrm>
        </p:grpSpPr>
        <p:pic>
          <p:nvPicPr>
            <p:cNvPr id="145" name="Object 2">
              <a:extLst>
                <a:ext uri="{FF2B5EF4-FFF2-40B4-BE49-F238E27FC236}">
                  <a16:creationId xmlns:a16="http://schemas.microsoft.com/office/drawing/2014/main" id="{46A399B3-5CDB-E794-5AFE-8AF3E8E1FE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/>
            <a:stretch>
              <a:fillRect/>
            </a:stretch>
          </p:blipFill>
          <p:spPr>
            <a:xfrm>
              <a:off x="2828504" y="1320948"/>
              <a:ext cx="2115922" cy="7935201"/>
            </a:xfrm>
            <a:prstGeom prst="rect">
              <a:avLst/>
            </a:prstGeom>
          </p:spPr>
        </p:pic>
      </p:grpSp>
      <p:sp>
        <p:nvSpPr>
          <p:cNvPr id="2" name="직사각형 91">
            <a:extLst>
              <a:ext uri="{FF2B5EF4-FFF2-40B4-BE49-F238E27FC236}">
                <a16:creationId xmlns:a16="http://schemas.microsoft.com/office/drawing/2014/main" id="{B6E64653-0018-6F4D-5B9D-18A3883F3201}"/>
              </a:ext>
            </a:extLst>
          </p:cNvPr>
          <p:cNvSpPr txBox="1"/>
          <p:nvPr/>
        </p:nvSpPr>
        <p:spPr>
          <a:xfrm>
            <a:off x="12312352" y="267104"/>
            <a:ext cx="5652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2800" dirty="0">
                <a:solidFill>
                  <a:srgbClr val="FF89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AI</a:t>
            </a:r>
            <a:r>
              <a:rPr lang="ko-KR" altLang="en-US" sz="2800" dirty="0">
                <a:solidFill>
                  <a:srgbClr val="FF89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비서와 강점역량 발견하기</a:t>
            </a:r>
          </a:p>
        </p:txBody>
      </p:sp>
    </p:spTree>
    <p:extLst>
      <p:ext uri="{BB962C8B-B14F-4D97-AF65-F5344CB8AC3E}">
        <p14:creationId xmlns:p14="http://schemas.microsoft.com/office/powerpoint/2010/main" val="4031012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2420</TotalTime>
  <Words>11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HY견고딕</vt:lpstr>
      <vt:lpstr>Arial</vt:lpstr>
      <vt:lpstr>Calibri</vt:lpstr>
      <vt:lpstr>HY울릉도M</vt:lpstr>
      <vt:lpstr>Office Theme</vt:lpstr>
      <vt:lpstr>PowerPoint 프레젠테이션</vt:lpstr>
    </vt:vector>
  </TitlesOfParts>
  <Manager/>
  <Company>officegen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officegen</dc:creator>
  <cp:keywords/>
  <dc:description/>
  <cp:lastModifiedBy>현순 문</cp:lastModifiedBy>
  <cp:revision>616</cp:revision>
  <dcterms:created xsi:type="dcterms:W3CDTF">2024-02-02T16:41:20Z</dcterms:created>
  <dcterms:modified xsi:type="dcterms:W3CDTF">2026-02-10T00:16:15Z</dcterms:modified>
  <cp:category/>
  <cp:contentStatus/>
</cp:coreProperties>
</file>